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1"/>
  </p:notesMasterIdLst>
  <p:handoutMasterIdLst>
    <p:handoutMasterId r:id="rId12"/>
  </p:handoutMasterIdLst>
  <p:sldIdLst>
    <p:sldId id="352" r:id="rId5"/>
    <p:sldId id="358" r:id="rId6"/>
    <p:sldId id="359" r:id="rId7"/>
    <p:sldId id="360" r:id="rId8"/>
    <p:sldId id="361" r:id="rId9"/>
    <p:sldId id="3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388" autoAdjust="0"/>
  </p:normalViewPr>
  <p:slideViewPr>
    <p:cSldViewPr snapToGrid="0">
      <p:cViewPr>
        <p:scale>
          <a:sx n="84" d="100"/>
          <a:sy n="84" d="100"/>
        </p:scale>
        <p:origin x="351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C6FAD2-D619-F1F1-CBDF-9652E9CE1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9423" y="845039"/>
            <a:ext cx="3028884" cy="1143008"/>
          </a:xfrm>
        </p:spPr>
        <p:txBody>
          <a:bodyPr>
            <a:normAutofit/>
          </a:bodyPr>
          <a:lstStyle>
            <a:lvl1pPr>
              <a:defRPr sz="6000" cap="none"/>
            </a:lvl1pPr>
          </a:lstStyle>
          <a:p>
            <a:r>
              <a:rPr lang="en-US" dirty="0" err="1"/>
              <a:t>Titelfolie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E311C54-C467-33FB-70EA-3F250F59F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0101" y="1762034"/>
            <a:ext cx="10522020" cy="40990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F1F0370-896D-FF1D-E028-E21A34F0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93E1B93-51D6-2D15-74E6-51D81C23B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F58C2E8-729C-7891-5F0B-0DAE7929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000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 err="1"/>
              <a:t>Inhaltsverzeichniss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BB120F-D7C1-1E2B-3AB7-B95C646D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691265" cy="3636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122DEA1-3F6B-B0B7-0A5A-4200D6F2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A035CDB-94A6-2F9D-0017-8A7D29BD9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8773F95-C93A-CA59-3F91-FE01CE10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15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 cap="none"/>
            </a:lvl1pPr>
          </a:lstStyle>
          <a:p>
            <a:r>
              <a:rPr lang="en-US" dirty="0" err="1"/>
              <a:t>Folienthema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0635" y="2396247"/>
            <a:ext cx="10737578" cy="3636088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 dirty="0" err="1"/>
              <a:t>Stichwörter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DE934D7-CC89-02AD-CAF5-3C60F14F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4127618-C0E6-D320-B2D9-D5C285DD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4017B1-693C-E26C-D08C-940F9072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73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1285818"/>
            <a:ext cx="4103431" cy="621228"/>
          </a:xfrm>
        </p:spPr>
        <p:txBody>
          <a:bodyPr anchor="b"/>
          <a:lstStyle>
            <a:lvl1pPr algn="l">
              <a:defRPr sz="4000" cap="none"/>
            </a:lvl1pPr>
          </a:lstStyle>
          <a:p>
            <a:r>
              <a:rPr lang="en-US" dirty="0" err="1"/>
              <a:t>Folienthema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516698"/>
            <a:ext cx="6172893" cy="43443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Stichwörter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Stichwörter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EBC8E4-13D3-5A77-1923-F44865B2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545F3E9-2E73-80A5-FDC4-3586E6C0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A05D5F-BF71-670C-07F6-71FA0505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4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87" y="929148"/>
            <a:ext cx="10640005" cy="76154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 dirty="0" err="1"/>
              <a:t>Folienthema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Vergleichsthema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Vergleichsthema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3EF2BC-E96D-1BAE-D445-42AD2DA1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1F6FB3E-BA95-A956-A4BC-EE20403B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A3E0A0-CA42-ED80-B607-40B2EFA7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0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250" y="1337258"/>
            <a:ext cx="7894592" cy="958075"/>
          </a:xfrm>
        </p:spPr>
        <p:txBody>
          <a:bodyPr>
            <a:normAutofit/>
          </a:bodyPr>
          <a:lstStyle>
            <a:lvl1pPr>
              <a:defRPr sz="4400" cap="none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D7747B3-4CD0-75A2-01B3-25F05E9D9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50759" y="2578813"/>
            <a:ext cx="5748392" cy="33387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4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Rico Krenn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D6E2A022-5FB9-419F-89A7-120D5A0196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white circle with blue and orange letters&#10;&#10;AI-generated content may be incorrect.">
            <a:extLst>
              <a:ext uri="{FF2B5EF4-FFF2-40B4-BE49-F238E27FC236}">
                <a16:creationId xmlns:a16="http://schemas.microsoft.com/office/drawing/2014/main" id="{65A3E96E-CFB5-1699-1D0F-2A895204F84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376" y="0"/>
            <a:ext cx="1721329" cy="172132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934227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8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2" r:id="rId2"/>
    <p:sldLayoutId id="2147483708" r:id="rId3"/>
    <p:sldLayoutId id="2147483715" r:id="rId4"/>
    <p:sldLayoutId id="2147483711" r:id="rId5"/>
    <p:sldLayoutId id="2147483710" r:id="rId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FCF4-DE78-38BD-4D4A-8651FA64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054" y="2857496"/>
            <a:ext cx="5143891" cy="1143008"/>
          </a:xfrm>
        </p:spPr>
        <p:txBody>
          <a:bodyPr>
            <a:normAutofit/>
          </a:bodyPr>
          <a:lstStyle/>
          <a:p>
            <a:r>
              <a:rPr lang="LID4096" dirty="0"/>
              <a:t>Notenübersicht</a:t>
            </a:r>
          </a:p>
        </p:txBody>
      </p:sp>
    </p:spTree>
    <p:extLst>
      <p:ext uri="{BB962C8B-B14F-4D97-AF65-F5344CB8AC3E}">
        <p14:creationId xmlns:p14="http://schemas.microsoft.com/office/powerpoint/2010/main" val="132724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414C9-5B9A-0A44-0422-0A375F75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817878"/>
            <a:ext cx="5282192" cy="657225"/>
          </a:xfrm>
        </p:spPr>
        <p:txBody>
          <a:bodyPr>
            <a:normAutofit/>
          </a:bodyPr>
          <a:lstStyle/>
          <a:p>
            <a:r>
              <a:rPr lang="en-CH" sz="3200" b="0" dirty="0" err="1"/>
              <a:t>Meilensteine</a:t>
            </a:r>
            <a:endParaRPr lang="de-CH" sz="3200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17ED0-E7A9-6B18-8A87-10F66498D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3" y="1987826"/>
            <a:ext cx="5282192" cy="3101009"/>
          </a:xfrm>
        </p:spPr>
        <p:txBody>
          <a:bodyPr>
            <a:normAutofit/>
          </a:bodyPr>
          <a:lstStyle/>
          <a:p>
            <a:r>
              <a:rPr lang="de-CH" dirty="0"/>
              <a:t>Grundlagen aneignen</a:t>
            </a:r>
          </a:p>
          <a:p>
            <a:r>
              <a:rPr lang="de-CH" dirty="0"/>
              <a:t>Java Backend erstellen</a:t>
            </a:r>
            <a:endParaRPr lang="en-CH" dirty="0"/>
          </a:p>
          <a:p>
            <a:r>
              <a:rPr lang="de-CH" dirty="0"/>
              <a:t>Konsole und Backend verbinden</a:t>
            </a:r>
          </a:p>
          <a:p>
            <a:r>
              <a:rPr lang="de-CH" dirty="0"/>
              <a:t>Tests</a:t>
            </a:r>
            <a:r>
              <a:rPr lang="en-CH" dirty="0"/>
              <a:t> </a:t>
            </a:r>
            <a:r>
              <a:rPr lang="en-CH" dirty="0" err="1"/>
              <a:t>machen</a:t>
            </a:r>
            <a:r>
              <a:rPr lang="de-CH" dirty="0"/>
              <a:t>, Dokumentation und Präsentation</a:t>
            </a:r>
            <a:r>
              <a:rPr lang="en-CH" dirty="0"/>
              <a:t> </a:t>
            </a:r>
            <a:r>
              <a:rPr lang="en-CH" dirty="0" err="1"/>
              <a:t>erstellen</a:t>
            </a:r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B1370-3560-DE17-FF87-3ED828EC0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817878"/>
            <a:ext cx="5183188" cy="657225"/>
          </a:xfrm>
        </p:spPr>
        <p:txBody>
          <a:bodyPr>
            <a:normAutofit/>
          </a:bodyPr>
          <a:lstStyle/>
          <a:p>
            <a:r>
              <a:rPr lang="de-CH" sz="3200" b="0" dirty="0"/>
              <a:t>Erreichte Zwischenziele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2FDB8-B78D-A1B9-38D4-871A0D28A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2001" y="1987825"/>
            <a:ext cx="5183188" cy="3101010"/>
          </a:xfrm>
        </p:spPr>
        <p:txBody>
          <a:bodyPr>
            <a:normAutofit/>
          </a:bodyPr>
          <a:lstStyle/>
          <a:p>
            <a:r>
              <a:rPr lang="en-CH" dirty="0" err="1"/>
              <a:t>Projektbewilligung</a:t>
            </a:r>
            <a:r>
              <a:rPr lang="en-CH" dirty="0"/>
              <a:t> </a:t>
            </a:r>
            <a:r>
              <a:rPr lang="en-CH" dirty="0" err="1"/>
              <a:t>bekommen</a:t>
            </a:r>
            <a:endParaRPr lang="en-CH" dirty="0"/>
          </a:p>
          <a:p>
            <a:r>
              <a:rPr lang="en-CH" dirty="0"/>
              <a:t>W3schools Java Kurs</a:t>
            </a:r>
          </a:p>
          <a:p>
            <a:r>
              <a:rPr lang="en-CH" dirty="0"/>
              <a:t>Klassen und </a:t>
            </a:r>
            <a:r>
              <a:rPr lang="en-CH" dirty="0" err="1"/>
              <a:t>Methoden</a:t>
            </a:r>
            <a:r>
              <a:rPr lang="en-CH" dirty="0"/>
              <a:t> </a:t>
            </a:r>
            <a:r>
              <a:rPr lang="en-CH" dirty="0" err="1"/>
              <a:t>erstellen</a:t>
            </a:r>
            <a:endParaRPr lang="en-CH" dirty="0"/>
          </a:p>
          <a:p>
            <a:r>
              <a:rPr lang="en-CH" dirty="0" err="1"/>
              <a:t>Fächer</a:t>
            </a:r>
            <a:r>
              <a:rPr lang="en-CH" dirty="0"/>
              <a:t> </a:t>
            </a:r>
            <a:r>
              <a:rPr lang="en-CH" dirty="0" err="1"/>
              <a:t>erstellen</a:t>
            </a:r>
            <a:endParaRPr lang="en-CH" dirty="0"/>
          </a:p>
          <a:p>
            <a:r>
              <a:rPr lang="en-CH" dirty="0"/>
              <a:t>Noten </a:t>
            </a:r>
            <a:r>
              <a:rPr lang="en-CH" dirty="0" err="1"/>
              <a:t>hinzufügen</a:t>
            </a:r>
            <a:endParaRPr lang="en-CH" dirty="0"/>
          </a:p>
          <a:p>
            <a:r>
              <a:rPr lang="en-CH" dirty="0"/>
              <a:t>Note </a:t>
            </a:r>
            <a:r>
              <a:rPr lang="en-CH" dirty="0" err="1"/>
              <a:t>löschen</a:t>
            </a:r>
            <a:endParaRPr lang="en-CH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6F4D0-7604-42C6-0503-C27F3230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9E1AB-2D4E-2BEE-8B24-7E7D88C1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1EC0F-EC0E-8BFA-CEFD-03E7E5E5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0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B4BC-D7D2-4FBD-00F7-68AB4AF3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53" y="3040962"/>
            <a:ext cx="3309094" cy="776075"/>
          </a:xfrm>
        </p:spPr>
        <p:txBody>
          <a:bodyPr/>
          <a:lstStyle/>
          <a:p>
            <a:r>
              <a:rPr lang="de-CH" dirty="0"/>
              <a:t>Demonstration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9A68-5C0F-6BEF-0FDC-78F17C15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69BD9-4F19-2648-06DD-68D666DC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0A46-316A-273A-C542-A85904C5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57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AF24-7850-986A-9140-1216E31F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Pros/Contras - was lief gut, was lief schlecht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ABF8D-2CF5-F87D-BC72-BC8FA3052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b="0" dirty="0">
                <a:solidFill>
                  <a:srgbClr val="33CC33"/>
                </a:solidFill>
              </a:rPr>
              <a:t>Pros</a:t>
            </a:r>
            <a:endParaRPr lang="de-CH" b="0" dirty="0">
              <a:solidFill>
                <a:srgbClr val="33CC3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F8153-6924-D11D-CF5F-2CBC09FCDB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H" dirty="0" err="1"/>
              <a:t>Ideenfindung</a:t>
            </a:r>
            <a:endParaRPr lang="en-CH" dirty="0"/>
          </a:p>
          <a:p>
            <a:r>
              <a:rPr lang="en-CH" dirty="0"/>
              <a:t>Java </a:t>
            </a:r>
            <a:r>
              <a:rPr lang="en-CH" dirty="0" err="1"/>
              <a:t>Grundlagen</a:t>
            </a:r>
            <a:r>
              <a:rPr lang="en-CH" dirty="0"/>
              <a:t> </a:t>
            </a:r>
            <a:r>
              <a:rPr lang="en-CH" dirty="0" err="1"/>
              <a:t>erarbeiten</a:t>
            </a:r>
            <a:endParaRPr lang="en-CH" dirty="0"/>
          </a:p>
          <a:p>
            <a:r>
              <a:rPr lang="en-CH" dirty="0" err="1"/>
              <a:t>Zeitmanagement</a:t>
            </a:r>
            <a:endParaRPr lang="en-CH" dirty="0"/>
          </a:p>
          <a:p>
            <a:r>
              <a:rPr lang="en-CH" dirty="0" err="1"/>
              <a:t>Nützlich</a:t>
            </a:r>
            <a:r>
              <a:rPr lang="en-CH" dirty="0"/>
              <a:t> für den </a:t>
            </a:r>
            <a:r>
              <a:rPr lang="en-CH" dirty="0" err="1"/>
              <a:t>Alltag</a:t>
            </a:r>
            <a:endParaRPr lang="en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AA633-14F6-290E-2753-CBCE817A5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H" b="0" dirty="0">
                <a:solidFill>
                  <a:srgbClr val="FF3300"/>
                </a:solidFill>
              </a:rPr>
              <a:t>Contras</a:t>
            </a:r>
            <a:endParaRPr lang="de-CH" b="0" dirty="0">
              <a:solidFill>
                <a:srgbClr val="FF33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FBC51-E58A-B982-47C1-68927D081C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CH" dirty="0" err="1"/>
              <a:t>Einstieg</a:t>
            </a:r>
            <a:endParaRPr lang="en-CH" dirty="0"/>
          </a:p>
          <a:p>
            <a:r>
              <a:rPr lang="en-CH" dirty="0" err="1"/>
              <a:t>Notizen</a:t>
            </a:r>
            <a:r>
              <a:rPr lang="en-CH" dirty="0"/>
              <a:t> </a:t>
            </a:r>
            <a:r>
              <a:rPr lang="en-CH" dirty="0" err="1"/>
              <a:t>während</a:t>
            </a:r>
            <a:r>
              <a:rPr lang="en-CH" dirty="0"/>
              <a:t> der </a:t>
            </a:r>
            <a:r>
              <a:rPr lang="en-CH" dirty="0" err="1"/>
              <a:t>Durchführung</a:t>
            </a:r>
            <a:endParaRPr lang="de-CH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4691A-A7AE-6432-D025-A1A0D750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A3332-84F3-8EAE-371F-7D57C696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2ACF2-EA4E-0767-9A0C-A6E4BB2B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17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51B2-A680-62E4-B6C5-37218FF6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86BC2-B432-8B4B-D431-B8CE78DF9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 err="1"/>
              <a:t>Grundlagen</a:t>
            </a:r>
            <a:r>
              <a:rPr lang="en-CH" dirty="0"/>
              <a:t> von OOP </a:t>
            </a:r>
            <a:r>
              <a:rPr lang="en-CH" dirty="0" err="1"/>
              <a:t>verstanden</a:t>
            </a:r>
            <a:endParaRPr lang="en-CH" dirty="0"/>
          </a:p>
          <a:p>
            <a:r>
              <a:rPr lang="de-CH" dirty="0"/>
              <a:t>G</a:t>
            </a:r>
            <a:r>
              <a:rPr lang="en-CH" dirty="0" err="1"/>
              <a:t>elernt</a:t>
            </a:r>
            <a:r>
              <a:rPr lang="en-CH" dirty="0"/>
              <a:t> </a:t>
            </a:r>
            <a:r>
              <a:rPr lang="en-CH" dirty="0" err="1"/>
              <a:t>wie</a:t>
            </a:r>
            <a:r>
              <a:rPr lang="en-CH" dirty="0"/>
              <a:t> Klassen </a:t>
            </a:r>
            <a:r>
              <a:rPr lang="en-CH" dirty="0" err="1"/>
              <a:t>zusammenarbeiten</a:t>
            </a:r>
            <a:endParaRPr lang="en-CH" dirty="0"/>
          </a:p>
          <a:p>
            <a:r>
              <a:rPr lang="en-CH" dirty="0"/>
              <a:t>Fundament </a:t>
            </a:r>
            <a:r>
              <a:rPr lang="en-CH" dirty="0" err="1"/>
              <a:t>erarbeitet</a:t>
            </a:r>
            <a:endParaRPr lang="en-CH" dirty="0"/>
          </a:p>
          <a:p>
            <a:r>
              <a:rPr lang="en-CH" dirty="0" err="1"/>
              <a:t>Erweiterungen</a:t>
            </a:r>
            <a:r>
              <a:rPr lang="en-CH" dirty="0"/>
              <a:t> </a:t>
            </a:r>
            <a:r>
              <a:rPr lang="en-CH" dirty="0" err="1"/>
              <a:t>möglich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BF031-8F0A-E949-E13C-335380D7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Datum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C944-A726-FF2D-5579-F440D412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Rico Krenn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985AE-C58A-C638-6757-D436B3DA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A022-5FB9-419F-89A7-120D5A0196F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6C4D-7F34-5B48-F242-4C29E415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Danke für Eure </a:t>
            </a:r>
            <a:r>
              <a:rPr lang="en-US" dirty="0" err="1"/>
              <a:t>Aufmerksamkeit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97D30-BD33-014C-BE0E-AF6799AA16C3}"/>
              </a:ext>
            </a:extLst>
          </p:cNvPr>
          <p:cNvSpPr txBox="1"/>
          <p:nvPr/>
        </p:nvSpPr>
        <p:spPr>
          <a:xfrm>
            <a:off x="8036496" y="3620517"/>
            <a:ext cx="2498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 err="1"/>
              <a:t>Quellenverzeichnis</a:t>
            </a:r>
            <a:r>
              <a:rPr lang="en-CH" dirty="0"/>
              <a:t>: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0841112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 design" id="{720A201E-CD91-41D5-99C1-67C63686DBCB}" vid="{7054B3D1-478D-400C-B499-C624F1607D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92F81-A6B6-4190-80A1-406B3B4C18B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B916DD8-9028-41F0-AB19-FE384D2009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8B3239-FE1A-45AC-BACA-CC3412D875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ZLI_PPT_Template-Laptop_von_Rico</Template>
  <TotalTime>0</TotalTime>
  <Words>99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Calisto MT</vt:lpstr>
      <vt:lpstr>Univers Condensed</vt:lpstr>
      <vt:lpstr>ChronicleVTI</vt:lpstr>
      <vt:lpstr>Notenübersicht</vt:lpstr>
      <vt:lpstr>PowerPoint Presentation</vt:lpstr>
      <vt:lpstr>Demonstration</vt:lpstr>
      <vt:lpstr>Pros/Contras - was lief gut, was lief schlecht</vt:lpstr>
      <vt:lpstr>Fazit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Rico Orlando Krenn</dc:creator>
  <cp:lastModifiedBy>Rico Orlando Krenn</cp:lastModifiedBy>
  <cp:revision>6</cp:revision>
  <dcterms:created xsi:type="dcterms:W3CDTF">2026-02-16T12:34:54Z</dcterms:created>
  <dcterms:modified xsi:type="dcterms:W3CDTF">2026-02-16T13:27:01Z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