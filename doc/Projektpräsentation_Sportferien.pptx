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6" r:id="rId4"/>
  </p:sldMasterIdLst>
  <p:notesMasterIdLst>
    <p:notesMasterId r:id="rId11"/>
  </p:notesMasterIdLst>
  <p:handoutMasterIdLst>
    <p:handoutMasterId r:id="rId12"/>
  </p:handoutMasterIdLst>
  <p:sldIdLst>
    <p:sldId id="352" r:id="rId5"/>
    <p:sldId id="358" r:id="rId6"/>
    <p:sldId id="359" r:id="rId7"/>
    <p:sldId id="360" r:id="rId8"/>
    <p:sldId id="361" r:id="rId9"/>
    <p:sldId id="35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083E6E3-FA7D-4D7B-A595-EF9225AFEA82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5388" autoAdjust="0"/>
  </p:normalViewPr>
  <p:slideViewPr>
    <p:cSldViewPr snapToGrid="0">
      <p:cViewPr>
        <p:scale>
          <a:sx n="84" d="100"/>
          <a:sy n="84" d="100"/>
        </p:scale>
        <p:origin x="351" y="4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345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D8E7403-EB4A-4177-AFCE-6A9D7B160C6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C49177-C030-4043-9380-EA6E4C94A16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C7415F-6970-4DE4-93F1-94FEF07D0F1C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4C83CE-EC9B-40C4-BD7A-48797AE5B1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9A75D-9B4E-4704-98C7-2A42472F118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CC6D6D-E986-427F-AD9C-4E9408DDBE5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774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6E6E5-5A19-4AE7-8D4E-049C5315C9A0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5A580F-E35D-42E1-AF82-E41CC201EA9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3680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B32A424-7EFB-F80C-2BDA-94D103A55F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68EFEEF-ABDC-22C9-C5DB-0494BEB868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699342" y="6136928"/>
            <a:ext cx="57867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5C6FAD2-D619-F1F1-CBDF-9652E9CE13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9423" y="845039"/>
            <a:ext cx="3028884" cy="1143008"/>
          </a:xfrm>
        </p:spPr>
        <p:txBody>
          <a:bodyPr>
            <a:normAutofit/>
          </a:bodyPr>
          <a:lstStyle>
            <a:lvl1pPr>
              <a:defRPr sz="6000" cap="none"/>
            </a:lvl1pPr>
          </a:lstStyle>
          <a:p>
            <a:r>
              <a:rPr lang="en-US" dirty="0" err="1"/>
              <a:t>Titelfolie</a:t>
            </a:r>
            <a:endParaRPr lang="en-US" dirty="0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1E311C54-C467-33FB-70EA-3F250F59F5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00101" y="1762034"/>
            <a:ext cx="10522020" cy="409901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8F1F0370-896D-FF1D-E028-E21A34F0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Datum</a:t>
            </a:r>
            <a:endParaRPr lang="en-US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893E1B93-51D6-2D15-74E6-51D81C23B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Rico Krenn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F58C2E8-729C-7891-5F0B-0DAE7929F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2A022-5FB9-419F-89A7-120D5A0196F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0001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cap="none"/>
            </a:lvl1pPr>
          </a:lstStyle>
          <a:p>
            <a:r>
              <a:rPr lang="en-US" dirty="0" err="1"/>
              <a:t>Inhaltsverzeichniss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CBB120F-D7C1-1E2B-3AB7-B95C646DD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93126"/>
            <a:ext cx="10691265" cy="3636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C122DEA1-3F6B-B0B7-0A5A-4200D6F21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Datum</a:t>
            </a:r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A035CDB-94A6-2F9D-0017-8A7D29BD9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Rico Krenn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8773F95-C93A-CA59-3F91-FE01CE102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2A022-5FB9-419F-89A7-120D5A0196F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215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4000" cap="none"/>
            </a:lvl1pPr>
          </a:lstStyle>
          <a:p>
            <a:r>
              <a:rPr lang="en-US" dirty="0" err="1"/>
              <a:t>Folienthema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00635" y="2396247"/>
            <a:ext cx="10737578" cy="3636088"/>
          </a:xfr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lvl1pPr>
          </a:lstStyle>
          <a:p>
            <a:pPr lvl="0"/>
            <a:r>
              <a:rPr lang="en-US" dirty="0" err="1"/>
              <a:t>Stichwörter</a:t>
            </a:r>
            <a:endParaRPr lang="en-US" dirty="0"/>
          </a:p>
          <a:p>
            <a:pPr marL="228600" marR="0" lvl="0" indent="-22860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Stichwörter</a:t>
            </a:r>
            <a:endParaRPr lang="en-US" dirty="0"/>
          </a:p>
          <a:p>
            <a:pPr marL="228600" marR="0" lvl="0" indent="-22860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Stichwörter</a:t>
            </a:r>
            <a:endParaRPr lang="en-US" dirty="0"/>
          </a:p>
          <a:p>
            <a:pPr marL="228600" marR="0" lvl="0" indent="-22860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Stichwörter</a:t>
            </a:r>
            <a:endParaRPr lang="en-US" dirty="0"/>
          </a:p>
          <a:p>
            <a:pPr marL="228600" marR="0" lvl="0" indent="-22860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Stichwörter</a:t>
            </a:r>
            <a:endParaRPr lang="en-US" dirty="0"/>
          </a:p>
          <a:p>
            <a:pPr marL="228600" marR="0" lvl="0" indent="-22860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FDE934D7-CC89-02AD-CAF5-3C60F14F5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Datum</a:t>
            </a:r>
            <a:endParaRPr lang="en-US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4127618-C0E6-D320-B2D9-D5C285DDE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Rico Krenn</a:t>
            </a:r>
            <a:endParaRPr lang="en-US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04017B1-693C-E26C-D08C-940F90728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2A022-5FB9-419F-89A7-120D5A0196F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58731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5383" y="1285818"/>
            <a:ext cx="4103431" cy="621228"/>
          </a:xfrm>
        </p:spPr>
        <p:txBody>
          <a:bodyPr anchor="b"/>
          <a:lstStyle>
            <a:lvl1pPr algn="l">
              <a:defRPr sz="4000" cap="none"/>
            </a:lvl1pPr>
          </a:lstStyle>
          <a:p>
            <a:r>
              <a:rPr lang="en-US" dirty="0" err="1"/>
              <a:t>Folienthema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1516698"/>
            <a:ext cx="6172893" cy="434435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83342" y="2552700"/>
            <a:ext cx="4103431" cy="3316288"/>
          </a:xfrm>
        </p:spPr>
        <p:txBody>
          <a:bodyPr/>
          <a:lstStyle>
            <a:lvl1pPr marL="285750" marR="0" indent="-28575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 err="1"/>
              <a:t>Stichwörter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Stichwörter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Stichwörter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Stichwörter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Stichwörter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59EBC8E4-13D3-5A77-1923-F44865B23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Datum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0545F3E9-2E73-80A5-FDC4-3586E6C0F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Rico Krenn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0A05D5F-BF71-670C-07F6-71FA05050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2A022-5FB9-419F-89A7-120D5A0196F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27547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5887" y="929148"/>
            <a:ext cx="10640005" cy="761540"/>
          </a:xfrm>
        </p:spPr>
        <p:txBody>
          <a:bodyPr/>
          <a:lstStyle>
            <a:lvl1pPr>
              <a:defRPr cap="none"/>
            </a:lvl1pPr>
          </a:lstStyle>
          <a:p>
            <a:r>
              <a:rPr lang="en-US" dirty="0" err="1"/>
              <a:t>Folienthema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5384" y="1681163"/>
            <a:ext cx="5282192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err="1"/>
              <a:t>Vergleichsthema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5384" y="2505075"/>
            <a:ext cx="5282192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err="1"/>
              <a:t>Vergleichsthema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53EF2BC-E96D-1BAE-D445-42AD2DA12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Datum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51F6FB3E-BA95-A956-A4BC-EE20403B0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Rico Krenn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1A3E0A0-CA42-ED80-B607-40B2EFA74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2A022-5FB9-419F-89A7-120D5A0196F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804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250" y="1337258"/>
            <a:ext cx="7894592" cy="958075"/>
          </a:xfrm>
        </p:spPr>
        <p:txBody>
          <a:bodyPr>
            <a:normAutofit/>
          </a:bodyPr>
          <a:lstStyle>
            <a:lvl1pPr>
              <a:defRPr sz="4400" cap="none"/>
            </a:lvl1pPr>
          </a:lstStyle>
          <a:p>
            <a:endParaRPr 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6D7747B3-4CD0-75A2-01B3-25F05E9D95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50759" y="2578813"/>
            <a:ext cx="5748392" cy="333874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4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3710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93126"/>
            <a:ext cx="10691265" cy="363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925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LID4096"/>
              <a:t>Datum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5383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Rico Krenn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D6E2A022-5FB9-419F-89A7-120D5A0196F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Picture 8" descr="A white circle with blue and orange letters&#10;&#10;AI-generated content may be incorrect.">
            <a:extLst>
              <a:ext uri="{FF2B5EF4-FFF2-40B4-BE49-F238E27FC236}">
                <a16:creationId xmlns:a16="http://schemas.microsoft.com/office/drawing/2014/main" id="{65A3E96E-CFB5-1699-1D0F-2A895204F84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2376" y="0"/>
            <a:ext cx="1721329" cy="1721329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9342276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1801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2" r:id="rId2"/>
    <p:sldLayoutId id="2147483708" r:id="rId3"/>
    <p:sldLayoutId id="2147483715" r:id="rId4"/>
    <p:sldLayoutId id="2147483711" r:id="rId5"/>
    <p:sldLayoutId id="2147483710" r:id="rId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672">
          <p15:clr>
            <a:srgbClr val="F26B43"/>
          </p15:clr>
        </p15:guide>
        <p15:guide id="4" orient="horz" pos="912">
          <p15:clr>
            <a:srgbClr val="F26B43"/>
          </p15:clr>
        </p15:guide>
        <p15:guide id="5" pos="7176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3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/java/" TargetMode="External"/><Relationship Id="rId7" Type="http://schemas.openxmlformats.org/officeDocument/2006/relationships/hyperlink" Target="https://chatgpt.com/" TargetMode="External"/><Relationship Id="rId2" Type="http://schemas.openxmlformats.org/officeDocument/2006/relationships/hyperlink" Target="https://www.w3schools.com/java/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oracle.com/en/java/" TargetMode="External"/><Relationship Id="rId5" Type="http://schemas.openxmlformats.org/officeDocument/2006/relationships/hyperlink" Target="https://www.geeksforgeeks.org/java/java-util-package-java/" TargetMode="External"/><Relationship Id="rId4" Type="http://schemas.openxmlformats.org/officeDocument/2006/relationships/hyperlink" Target="https://www.geeksforgeeks.org/java/ways-to-read-input-from-console-in-jav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4FCF4-DE78-38BD-4D4A-8651FA641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054" y="2857496"/>
            <a:ext cx="5143891" cy="1143008"/>
          </a:xfrm>
        </p:spPr>
        <p:txBody>
          <a:bodyPr>
            <a:normAutofit/>
          </a:bodyPr>
          <a:lstStyle/>
          <a:p>
            <a:r>
              <a:rPr lang="LID4096" dirty="0"/>
              <a:t>Notenübersicht</a:t>
            </a:r>
          </a:p>
        </p:txBody>
      </p:sp>
    </p:spTree>
    <p:extLst>
      <p:ext uri="{BB962C8B-B14F-4D97-AF65-F5344CB8AC3E}">
        <p14:creationId xmlns:p14="http://schemas.microsoft.com/office/powerpoint/2010/main" val="1327241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4414C9-5B9A-0A44-0422-0A375F751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817878"/>
            <a:ext cx="5282192" cy="657225"/>
          </a:xfrm>
        </p:spPr>
        <p:txBody>
          <a:bodyPr>
            <a:normAutofit/>
          </a:bodyPr>
          <a:lstStyle/>
          <a:p>
            <a:r>
              <a:rPr lang="en-CH" sz="3200" b="0" dirty="0" err="1"/>
              <a:t>Meilensteine</a:t>
            </a:r>
            <a:endParaRPr lang="de-CH" sz="3200" b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517ED0-E7A9-6B18-8A87-10F66498D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5383" y="1987826"/>
            <a:ext cx="5282192" cy="3101009"/>
          </a:xfrm>
        </p:spPr>
        <p:txBody>
          <a:bodyPr>
            <a:normAutofit/>
          </a:bodyPr>
          <a:lstStyle/>
          <a:p>
            <a:r>
              <a:rPr lang="de-CH" dirty="0"/>
              <a:t>Grundlagen aneignen</a:t>
            </a:r>
          </a:p>
          <a:p>
            <a:r>
              <a:rPr lang="de-CH" dirty="0"/>
              <a:t>Java Backend erstellen</a:t>
            </a:r>
            <a:endParaRPr lang="en-CH" dirty="0"/>
          </a:p>
          <a:p>
            <a:r>
              <a:rPr lang="de-CH" dirty="0"/>
              <a:t>Konsole und Backend verbinden</a:t>
            </a:r>
          </a:p>
          <a:p>
            <a:r>
              <a:rPr lang="de-CH" dirty="0"/>
              <a:t>Tests</a:t>
            </a:r>
            <a:r>
              <a:rPr lang="en-CH" dirty="0"/>
              <a:t> </a:t>
            </a:r>
            <a:r>
              <a:rPr lang="en-CH" dirty="0" err="1"/>
              <a:t>machen</a:t>
            </a:r>
            <a:r>
              <a:rPr lang="de-CH" dirty="0"/>
              <a:t>, Dokumentation und Präsentation</a:t>
            </a:r>
            <a:r>
              <a:rPr lang="en-CH" dirty="0"/>
              <a:t> </a:t>
            </a:r>
            <a:r>
              <a:rPr lang="en-CH" dirty="0" err="1"/>
              <a:t>erstellen</a:t>
            </a:r>
            <a:endParaRPr lang="de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FB1370-3560-DE17-FF87-3ED828EC0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817878"/>
            <a:ext cx="5183188" cy="657225"/>
          </a:xfrm>
        </p:spPr>
        <p:txBody>
          <a:bodyPr>
            <a:normAutofit/>
          </a:bodyPr>
          <a:lstStyle/>
          <a:p>
            <a:r>
              <a:rPr lang="de-CH" sz="3200" b="0" dirty="0"/>
              <a:t>Erreichte Zwischenziele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52FDB8-B78D-A1B9-38D4-871A0D28AE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72001" y="1987825"/>
            <a:ext cx="5183188" cy="3101010"/>
          </a:xfrm>
        </p:spPr>
        <p:txBody>
          <a:bodyPr>
            <a:normAutofit/>
          </a:bodyPr>
          <a:lstStyle/>
          <a:p>
            <a:r>
              <a:rPr lang="en-CH" dirty="0" err="1"/>
              <a:t>Projektbewilligung</a:t>
            </a:r>
            <a:r>
              <a:rPr lang="en-CH" dirty="0"/>
              <a:t> </a:t>
            </a:r>
            <a:r>
              <a:rPr lang="en-CH" dirty="0" err="1"/>
              <a:t>bekommen</a:t>
            </a:r>
            <a:endParaRPr lang="en-CH" dirty="0"/>
          </a:p>
          <a:p>
            <a:r>
              <a:rPr lang="en-CH" dirty="0"/>
              <a:t>W3schools Java Kurs</a:t>
            </a:r>
          </a:p>
          <a:p>
            <a:r>
              <a:rPr lang="en-CH" dirty="0"/>
              <a:t>Klassen und </a:t>
            </a:r>
            <a:r>
              <a:rPr lang="en-CH" dirty="0" err="1"/>
              <a:t>Methoden</a:t>
            </a:r>
            <a:r>
              <a:rPr lang="en-CH" dirty="0"/>
              <a:t> </a:t>
            </a:r>
            <a:r>
              <a:rPr lang="en-CH" dirty="0" err="1"/>
              <a:t>erstellen</a:t>
            </a:r>
            <a:endParaRPr lang="en-CH" dirty="0"/>
          </a:p>
          <a:p>
            <a:r>
              <a:rPr lang="en-CH" dirty="0" err="1"/>
              <a:t>Fächer</a:t>
            </a:r>
            <a:r>
              <a:rPr lang="en-CH" dirty="0"/>
              <a:t> </a:t>
            </a:r>
            <a:r>
              <a:rPr lang="en-CH" dirty="0" err="1"/>
              <a:t>erstellen</a:t>
            </a:r>
            <a:endParaRPr lang="en-CH" dirty="0"/>
          </a:p>
          <a:p>
            <a:r>
              <a:rPr lang="en-CH" dirty="0"/>
              <a:t>Noten </a:t>
            </a:r>
            <a:r>
              <a:rPr lang="en-CH" dirty="0" err="1"/>
              <a:t>hinzufügen</a:t>
            </a:r>
            <a:endParaRPr lang="en-CH" dirty="0"/>
          </a:p>
          <a:p>
            <a:r>
              <a:rPr lang="en-CH" dirty="0"/>
              <a:t>Note </a:t>
            </a:r>
            <a:r>
              <a:rPr lang="en-CH" dirty="0" err="1"/>
              <a:t>löschen</a:t>
            </a:r>
            <a:endParaRPr lang="en-CH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A6F4D0-7604-42C6-0503-C27F3230C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 dirty="0"/>
              <a:t>16.02.2026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39E1AB-2D4E-2BEE-8B24-7E7D88C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Rico Krenn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51EC0F-EC0E-8BFA-CEFD-03E7E5E55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2A022-5FB9-419F-89A7-120D5A0196F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710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EB4BC-D7D2-4FBD-00F7-68AB4AF37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7037" y="1024737"/>
            <a:ext cx="3309094" cy="776075"/>
          </a:xfrm>
        </p:spPr>
        <p:txBody>
          <a:bodyPr/>
          <a:lstStyle/>
          <a:p>
            <a:r>
              <a:rPr lang="de-CH" dirty="0"/>
              <a:t>Demonstration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19A68-5C0F-6BEF-0FDC-78F17C151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 dirty="0"/>
              <a:t>16.02.2026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69BD9-4F19-2648-06DD-68D666DC4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Rico Krenn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2F0A46-316A-273A-C542-A85904C57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2A022-5FB9-419F-89A7-120D5A0196F0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8" name="Picture 7" descr="The image is a menu listing five options: Add subject, Add note, Delete note, Display all subjects, Display overall average, and Exit.&#10;&#10;AI-generated content may be incorrect.">
            <a:extLst>
              <a:ext uri="{FF2B5EF4-FFF2-40B4-BE49-F238E27FC236}">
                <a16:creationId xmlns:a16="http://schemas.microsoft.com/office/drawing/2014/main" id="{F3E7D735-6670-E84D-38BA-DEEBDD1E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6633" y="2602000"/>
            <a:ext cx="5029902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575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8AF24-7850-986A-9140-1216E31F2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Pros/Contras - was lief gut, was lief schlecht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ABF8D-2CF5-F87D-BC72-BC8FA3052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b="0" dirty="0">
                <a:solidFill>
                  <a:srgbClr val="33CC33"/>
                </a:solidFill>
              </a:rPr>
              <a:t>Pros</a:t>
            </a:r>
            <a:endParaRPr lang="de-CH" b="0" dirty="0">
              <a:solidFill>
                <a:srgbClr val="33CC33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AF8153-6924-D11D-CF5F-2CBC09FCDB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H" dirty="0" err="1"/>
              <a:t>Ideenfindung</a:t>
            </a:r>
            <a:endParaRPr lang="en-CH" dirty="0"/>
          </a:p>
          <a:p>
            <a:r>
              <a:rPr lang="en-CH" dirty="0"/>
              <a:t>Java </a:t>
            </a:r>
            <a:r>
              <a:rPr lang="en-CH" dirty="0" err="1"/>
              <a:t>Grundlagen</a:t>
            </a:r>
            <a:r>
              <a:rPr lang="en-CH" dirty="0"/>
              <a:t> </a:t>
            </a:r>
            <a:r>
              <a:rPr lang="en-CH" dirty="0" err="1"/>
              <a:t>erarbeiten</a:t>
            </a:r>
            <a:endParaRPr lang="en-CH" dirty="0"/>
          </a:p>
          <a:p>
            <a:r>
              <a:rPr lang="en-CH" dirty="0" err="1"/>
              <a:t>Zeitmanagement</a:t>
            </a:r>
            <a:endParaRPr lang="en-CH" dirty="0"/>
          </a:p>
          <a:p>
            <a:r>
              <a:rPr lang="en-CH" dirty="0" err="1"/>
              <a:t>Nützlich</a:t>
            </a:r>
            <a:r>
              <a:rPr lang="en-CH" dirty="0"/>
              <a:t> für den </a:t>
            </a:r>
            <a:r>
              <a:rPr lang="en-CH" dirty="0" err="1"/>
              <a:t>Alltag</a:t>
            </a:r>
            <a:endParaRPr lang="en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CAA633-14F6-290E-2753-CBCE817A5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H" b="0" dirty="0">
                <a:solidFill>
                  <a:srgbClr val="FF3300"/>
                </a:solidFill>
              </a:rPr>
              <a:t>Contras</a:t>
            </a:r>
            <a:endParaRPr lang="de-CH" b="0" dirty="0">
              <a:solidFill>
                <a:srgbClr val="FF3300"/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CFBC51-E58A-B982-47C1-68927D081CF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CH" dirty="0" err="1"/>
              <a:t>Einstieg</a:t>
            </a:r>
            <a:endParaRPr lang="en-CH" dirty="0"/>
          </a:p>
          <a:p>
            <a:r>
              <a:rPr lang="en-CH" dirty="0" err="1"/>
              <a:t>Notizen</a:t>
            </a:r>
            <a:r>
              <a:rPr lang="en-CH" dirty="0"/>
              <a:t> </a:t>
            </a:r>
            <a:r>
              <a:rPr lang="en-CH" dirty="0" err="1"/>
              <a:t>während</a:t>
            </a:r>
            <a:r>
              <a:rPr lang="en-CH" dirty="0"/>
              <a:t> der </a:t>
            </a:r>
            <a:r>
              <a:rPr lang="en-CH" dirty="0" err="1"/>
              <a:t>Durchführung</a:t>
            </a:r>
            <a:endParaRPr lang="de-CH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94691A-A7AE-6432-D025-A1A0D7504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 dirty="0"/>
              <a:t>16.02.2026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8A3332-84F3-8EAE-371F-7D57C6965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Rico Krenn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D2ACF2-EA4E-0767-9A0C-A6E4BB2B2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2A022-5FB9-419F-89A7-120D5A0196F0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170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E51B2-A680-62E4-B6C5-37218FF66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110" y="1037860"/>
            <a:ext cx="1247434" cy="804473"/>
          </a:xfrm>
        </p:spPr>
        <p:txBody>
          <a:bodyPr/>
          <a:lstStyle/>
          <a:p>
            <a:r>
              <a:rPr lang="de-CH" dirty="0"/>
              <a:t>Fazit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86BC2-B432-8B4B-D431-B8CE78DF9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7426" y="2805172"/>
            <a:ext cx="4757367" cy="1999688"/>
          </a:xfrm>
        </p:spPr>
        <p:txBody>
          <a:bodyPr/>
          <a:lstStyle/>
          <a:p>
            <a:r>
              <a:rPr lang="en-CH" dirty="0" err="1"/>
              <a:t>Grundlagen</a:t>
            </a:r>
            <a:r>
              <a:rPr lang="en-CH" dirty="0"/>
              <a:t> von OOP </a:t>
            </a:r>
            <a:r>
              <a:rPr lang="en-CH" dirty="0" err="1"/>
              <a:t>verstanden</a:t>
            </a:r>
            <a:endParaRPr lang="en-CH" dirty="0"/>
          </a:p>
          <a:p>
            <a:r>
              <a:rPr lang="de-CH" dirty="0"/>
              <a:t>G</a:t>
            </a:r>
            <a:r>
              <a:rPr lang="en-CH" dirty="0" err="1"/>
              <a:t>elernt</a:t>
            </a:r>
            <a:r>
              <a:rPr lang="en-CH" dirty="0"/>
              <a:t> </a:t>
            </a:r>
            <a:r>
              <a:rPr lang="en-CH" dirty="0" err="1"/>
              <a:t>wie</a:t>
            </a:r>
            <a:r>
              <a:rPr lang="en-CH" dirty="0"/>
              <a:t> Klassen </a:t>
            </a:r>
            <a:r>
              <a:rPr lang="en-CH" dirty="0" err="1"/>
              <a:t>zusammenarbeiten</a:t>
            </a:r>
            <a:endParaRPr lang="en-CH" dirty="0"/>
          </a:p>
          <a:p>
            <a:r>
              <a:rPr lang="en-CH" dirty="0"/>
              <a:t>Fundament </a:t>
            </a:r>
            <a:r>
              <a:rPr lang="en-CH" dirty="0" err="1"/>
              <a:t>erarbeitet</a:t>
            </a:r>
            <a:endParaRPr lang="en-CH" dirty="0"/>
          </a:p>
          <a:p>
            <a:r>
              <a:rPr lang="en-CH" dirty="0" err="1"/>
              <a:t>Erweiterungen</a:t>
            </a:r>
            <a:r>
              <a:rPr lang="en-CH" dirty="0"/>
              <a:t> </a:t>
            </a:r>
            <a:r>
              <a:rPr lang="en-CH" dirty="0" err="1"/>
              <a:t>möglich</a:t>
            </a: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ABF031-8F0A-E949-E13C-335380D7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 dirty="0"/>
              <a:t>16.02.2026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C944-A726-FF2D-5579-F440D4125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Rico Krenn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985AE-C58A-C638-6757-D436B3DAE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2A022-5FB9-419F-89A7-120D5A0196F0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5243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C6C4D-7F34-5B48-F242-4C29E4151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8264" y="1325899"/>
            <a:ext cx="7894592" cy="958075"/>
          </a:xfrm>
        </p:spPr>
        <p:txBody>
          <a:bodyPr/>
          <a:lstStyle/>
          <a:p>
            <a:r>
              <a:rPr lang="en-US" dirty="0"/>
              <a:t>Danke für Eure </a:t>
            </a:r>
            <a:r>
              <a:rPr lang="en-US" dirty="0" err="1"/>
              <a:t>Aufmerksamkeit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097D30-BD33-014C-BE0E-AF6799AA16C3}"/>
              </a:ext>
            </a:extLst>
          </p:cNvPr>
          <p:cNvSpPr txBox="1"/>
          <p:nvPr/>
        </p:nvSpPr>
        <p:spPr>
          <a:xfrm>
            <a:off x="1884647" y="3694350"/>
            <a:ext cx="842270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dirty="0" err="1"/>
              <a:t>Quellenverzeichnis</a:t>
            </a:r>
            <a:r>
              <a:rPr lang="en-CH" dirty="0"/>
              <a:t>:</a:t>
            </a:r>
          </a:p>
          <a:p>
            <a:r>
              <a:rPr lang="de-CH" u="sng" dirty="0">
                <a:hlinkClick r:id="rId2"/>
              </a:rPr>
              <a:t>https://www.w3schools.com/java/</a:t>
            </a:r>
            <a:endParaRPr lang="en-CH" dirty="0"/>
          </a:p>
          <a:p>
            <a:r>
              <a:rPr lang="de-CH" u="sng" dirty="0">
                <a:hlinkClick r:id="rId3"/>
              </a:rPr>
              <a:t>https://www.geeksforgeeks.org/java/java/</a:t>
            </a:r>
            <a:endParaRPr lang="en-CH" dirty="0"/>
          </a:p>
          <a:p>
            <a:r>
              <a:rPr lang="de-CH" u="sng" dirty="0">
                <a:hlinkClick r:id="rId4"/>
              </a:rPr>
              <a:t>https://www.geeksforgeeks.org/java/ways-to-read-input-from-console-in-java/</a:t>
            </a:r>
            <a:endParaRPr lang="en-CH" dirty="0"/>
          </a:p>
          <a:p>
            <a:r>
              <a:rPr lang="de-CH" u="sng" dirty="0">
                <a:hlinkClick r:id="rId5"/>
              </a:rPr>
              <a:t>https://www.geeksforgeeks.org/java/java-util-package-java/</a:t>
            </a:r>
            <a:endParaRPr lang="en-CH" dirty="0"/>
          </a:p>
          <a:p>
            <a:r>
              <a:rPr lang="de-CH" u="sng" dirty="0">
                <a:hlinkClick r:id="rId6"/>
              </a:rPr>
              <a:t>https://docs.oracle.com/en/java/</a:t>
            </a:r>
            <a:endParaRPr lang="en-CH" dirty="0"/>
          </a:p>
          <a:p>
            <a:r>
              <a:rPr lang="de-CH" u="sng" dirty="0">
                <a:hlinkClick r:id="rId7"/>
              </a:rPr>
              <a:t>https://chatgpt.com/</a:t>
            </a:r>
            <a:endParaRPr lang="en-CH" dirty="0"/>
          </a:p>
          <a:p>
            <a:endParaRPr lang="en-CH" dirty="0"/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08411124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nicle design" id="{720A201E-CD91-41D5-99C1-67C63686DBCB}" vid="{7054B3D1-478D-400C-B499-C624F1607D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1C92F81-A6B6-4190-80A1-406B3B4C18B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B916DD8-9028-41F0-AB19-FE384D2009A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8B3239-FE1A-45AC-BACA-CC3412D875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ZLI_PPT_Template-Laptop_von_Rico</Template>
  <TotalTime>0</TotalTime>
  <Words>163</Words>
  <Application>Microsoft Office PowerPoint</Application>
  <PresentationFormat>Widescreen</PresentationFormat>
  <Paragraphs>48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Calisto MT</vt:lpstr>
      <vt:lpstr>Univers Condensed</vt:lpstr>
      <vt:lpstr>ChronicleVTI</vt:lpstr>
      <vt:lpstr>Notenübersicht</vt:lpstr>
      <vt:lpstr>PowerPoint Presentation</vt:lpstr>
      <vt:lpstr>Demonstration</vt:lpstr>
      <vt:lpstr>Pros/Contras - was lief gut, was lief schlecht</vt:lpstr>
      <vt:lpstr>Fazit</vt:lpstr>
      <vt:lpstr>Danke für Eure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Rico Orlando Krenn</dc:creator>
  <cp:lastModifiedBy>Rico Orlando Krenn</cp:lastModifiedBy>
  <cp:revision>9</cp:revision>
  <dcterms:created xsi:type="dcterms:W3CDTF">2026-02-16T12:34:54Z</dcterms:created>
  <dcterms:modified xsi:type="dcterms:W3CDTF">2026-02-16T15:53:30Z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